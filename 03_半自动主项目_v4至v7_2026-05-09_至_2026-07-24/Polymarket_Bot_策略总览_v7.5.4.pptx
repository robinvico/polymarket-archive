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内部资料 · 打印版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54335" y="34747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Helvetica Neue"/>
                <a:ea typeface="PingFang SC"/>
              </a:rPr>
              <a:t>v7.5.4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  <a:ea typeface="PingFang SC"/>
              </a:rPr>
              <a:t>Polymarket 交易机器人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9A227"/>
                </a:solidFill>
                <a:latin typeface="Helvetica Neue"/>
                <a:ea typeface="PingFang SC"/>
              </a:rPr>
              <a:t>现行策略总览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2724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FB6D9"/>
                </a:solidFill>
                <a:latin typeface="Helvetica Neue"/>
                <a:ea typeface="PingFang SC"/>
              </a:rPr>
              <a:t>止盈止损 · 自动重评 · 仓位金额 · 找仓规则 · 资金风控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A3C6"/>
                </a:solidFill>
                <a:latin typeface="Helvetica Neue"/>
                <a:ea typeface="PingFang SC"/>
              </a:rPr>
              <a:t>版本 v7.5.4 · 生成于 2026 年 7 月 6 日 · 封面数据为生成时刻实时快照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$93.44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总资产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4247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7399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$65.71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7399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现金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5 笔 · $27.73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持仓数 · 持仓市值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6903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30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盯盘心跳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02 页 · 内部资料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01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系统总览 — 一页看懂整个流程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02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止盈 — 什么时候锁定利润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03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止损 — 什么时候认输离场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04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其他出场 &amp; 每 30 秒的决策顺序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05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① 什么时候触发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06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② AI 怎么决定、谁来执行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07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③ 用哪个 AI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08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新仓金额 — 一笔下多少钱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P10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09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找新仓 — 从扫描到录入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P11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10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入场门槛 — edge 要多大才推荐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P12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11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钱的总规矩 — 风控红线一页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P13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12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测试仓 /paper — 不花钱的模拟盘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P14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13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常改参数速查表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350" b="1" i="0">
                <a:solidFill>
                  <a:srgbClr val="C9A227"/>
                </a:solidFill>
                <a:latin typeface="Menlo"/>
                <a:ea typeface="PingFang SC"/>
              </a:rPr>
              <a:t>14</a:t>
            </a:r>
            <a:r>
              <a:rPr sz="1350" b="0" i="0">
                <a:solidFill>
                  <a:srgbClr val="222B36"/>
                </a:solidFill>
                <a:latin typeface="Helvetica Neue"/>
                <a:ea typeface="PingFang SC"/>
              </a:rPr>
              <a:t>   已知风险与注意事项</a:t>
            </a:r>
            <a:r>
              <a:rPr sz="1100" b="0" i="0">
                <a:solidFill>
                  <a:srgbClr val="8A93A3"/>
                </a:solidFill>
                <a:latin typeface="Helvetica Neue"/>
                <a:ea typeface="PingFang SC"/>
              </a:rPr>
              <a:t>   ·  P16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074920"/>
            <a:ext cx="5285232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5157216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5166360"/>
            <a:ext cx="490118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怎么用这份文件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平时只需要翻两页: P13 (钱的红线) 和 P15 (参数速查)。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出了问题先看 P16 (已知风险)。想改规则时, 对应页脚注了参数在哪改。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01 · 系统总览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一页看懂: 从找市场到卖出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03 页 · 内部资料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① 扫市场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bot 按流动性/时间窗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过滤 39 个主题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137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227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713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② Claude 分析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给方向 · 胜率 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信心 · 止损档 · 主题簇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072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162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648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③ 算金额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公式给建议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每仓 $1–15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007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097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583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④ 人工下单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你去 Polymarket 手动买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bot 没有自动买入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9424" y="1563624"/>
            <a:ext cx="3108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00320" y="1170432"/>
            <a:ext cx="1988454" cy="107899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5184" y="1289304"/>
            <a:ext cx="187872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</a:rPr>
              <a:t>⑤ bot 盯盘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每 30 秒评估一次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D6EC"/>
                </a:solidFill>
                <a:latin typeface="Helvetica Neue"/>
                <a:ea typeface="PingFang SC"/>
              </a:rPr>
              <a:t>该卖时自动卖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5420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分工: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Claude 出主意 · bot 盯盘和执行卖出 · 买入永远你亲手下单 — bot 代码里没有自动买入路径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卖出可以自动: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止盈到线 / 跌破 $0.05 地板 / 你离线时重评结论=卖 — 规则详见 P4–P9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节奏: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30 秒一次决策心跳 · 30 分钟一次资产快照+自动备份 · 1 小时一次结算检查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每个仓位录入时定好三件事, bot 全靠它们盯盘: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胜率 q · 止损档 (三选一, 见下) · 主题簇 (防同类扎堆)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几块屏: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主页 (桌面操作) · /panel 副屏控制台 · /m 手机只读 · /paper 测试仓 · /history 往期复盘 · /report 复盘报告(手机可看)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11185855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157216"/>
            <a:ext cx="68580" cy="95097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166360"/>
            <a:ext cx="10801807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三种止损档 (入场时 Claude 分类, 决定这个仓后面怎么止盈止损)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收敛型 convergent = 真相会自己收敛的题 (票房/数据/汇率/比分) · 混合型 hybrid = 民调+政治混合 (选举类)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事件型 event_driven = 政治/外交/谈判 — 价格天天震荡但震荡≠真相变化, 所以规则对它最宽容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02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止盈 — 什么时候锁定利润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04 页 · 内部资料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触发条件 (按"真能卖到的价")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动作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翻倍先到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2×成本 (且早于 $0.92)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全部卖出锁翻倍 (低价入场时先到)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到 $0.92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$0.92 (还没翻倍)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卖一半留一半; 后半跌破 $0.78 再全卖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· 距结算 ≤3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$0.88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 (提前落袋, 留出滑点)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&gt;3 天 / 混合型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$0.90 或 浮盈 ≥ +100%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为什么看"卖价"?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触发用盘口买一价 best_bid (你真能成交的价), 不用参考价 — 防"显示 $0.90 实际只能卖 $0.60"的假止盈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事件型这套怎么跑?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论点没破常一路涨到底。低价捡的、翻倍(≥2×成本)先到 → 全卖落袋; 高价的到 $0.92 → 卖一半留一半博结算, 但留的半仓从 0.92 跌 15%(&lt;$0.78)就把后半也卖了锁利润, 不让它坐过山车吐回去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可以手动关: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每仓有"关止盈"开关, 关了只跳过止盈, 止损照常跑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拿现在的仓举例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SpaceX 星舰 No (事件型) $0.72 → 若先翻倍到 2×成本就全卖锁翻倍; 否则涨到 $0.92 卖一半留一半 (后半跌破 $0.78 再清)。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霍尔木兹海峡恢复 No (混合型) $0.855 → 涨到 $0.90 会自动全部卖出。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03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止损 — 什么时候认输离场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05 页 · 内部资料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止损方式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触发线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盯"持有期最高价", 从峰值回撤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≥20% (距结算 ≤3 天收紧到 12%)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66707F"/>
                          </a:solidFill>
                          <a:latin typeface="Helvetica Neue"/>
                          <a:ea typeface="PingFang SC"/>
                        </a:rPr>
                        <a:t>且连续 6 次心跳 ≈3 分钟确认, 防一抖卖飞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从峰值回撤; 砸穿→直接平仓 (v7.4.5, 不走重评)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且连续 6 次心跳确认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很松的 %止损 + 地板 (震荡 ≠ 真相变化)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亏 ≥60% (v7.4.3 新增) 或 跌破 $0.05 地板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默认当"混合型"处理 (不再有 -25% 老仓档)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(同混合型移动止损)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785615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67911"/>
            <a:ext cx="68580" cy="70408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5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砸穿止损线怎么处理 (v7.4.5 起分档)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收敛型 / 事件型: 不马上卖, 先进「⏸ 等重评」让 AI 联网重查再决定 (P7–P8)。混合型: 到值直接平仓 (不走重评, 因它扛输最差)。任何仓 ① 跌破 $0.05 地板 ② 重评没配置 也直接卖。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64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两种止损口径: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收敛型 + 混合型盯"持有期最高价"回撤 (移动止损); 事件型盯"成本价"(实时加权均价, 加仓自动摊平) 亏 60%。成本价永远用实时均价, 不用第一次入场价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事件型止损为什么这么松: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政治/外交题天天震荡, 按普通 % 卖会卖错 (回测 3 笔 2 笔卖完就反弹); 但也不能只靠地板一路跌到底, 所以 v7.4.3 给个很松的 -60% 兜底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活例子: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Trump 与 MBS 通话 Yes (事件型) 现在 −55% — 没跌破地板就不硬卖; 今天已自动重评, 按新胜率 40% 继续持有 (仍比现价高 17 个点)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04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其他出场 &amp; 每 30 秒的决策顺序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06 页 · 内部资料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B2A4A"/>
                </a:solidFill>
                <a:latin typeface="Helvetica Neue"/>
                <a:ea typeface="PingFang SC"/>
              </a:rPr>
              <a:t>每 30 秒对每个仓从上往下过一遍, 第一个命中的执行: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没录入信息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→ NO_META; 心跳先试 ⚡自动录入 (7.5.0), 配不上才提醒手动补 (不动仓)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止盈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(P4) — 含事件型 翻倍先到全卖 / 0.92 卖一半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止损 / 移动止损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(P5) — 收敛/事件型进「⏸ 等重评」, 混合型直接平仓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时间止损: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距结算 ≤2 天且价格离入场价没挪动 (&lt;5 个点) → 自动全卖 — 快结算了还在原地 = 论点没兑现, 别让钱陪跑到最后一刻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状态灯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 (只亮灯提示, 不自动卖) — 见右表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207008"/>
          <a:ext cx="5239511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874519"/>
                <a:gridCol w="16733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胜率 q − 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意思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HOLD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&gt; +2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继续拿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MARGINAL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 ～ +2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边缘, 别加仓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AT_TARGET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(没重评过)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已到目标价, 考虑落袋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SOFT_NEGATIVE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(重评过)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也偏空, 人工留意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3749039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状态灯每 30 秒刷新, 显示在主页和副屏每仓的「决策状态」一行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40" b="1" i="0">
                <a:solidFill>
                  <a:srgbClr val="222B36"/>
                </a:solidFill>
                <a:latin typeface="Helvetica Neue"/>
                <a:ea typeface="PingFang SC"/>
              </a:rPr>
              <a:t>活例子: </a:t>
            </a: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Wesley Bell 仓现在就是 MARGINAL — q 44% vs 现价 43% 只差 1 个点, 拿着但别加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记住一条: 触发价口径不对称 (防假信号的关键设计)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止盈看 best_bid (真能卖到的价) — 防流动性差的假胜利; 止损/时间止损看参考价 cur_price — 防盘口瞬时蒸发误触发。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best_bid 拉不到时自动退回参考价, 不会卡死。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05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① — 什么时候触发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07 页 · 内部资料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85855" cy="74980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9576"/>
            <a:ext cx="68580" cy="5852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88720"/>
            <a:ext cx="108018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亏到接近止损线时不盲卖, 先让 AI 联网重查一遍再决定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触发点设在止损线前 5 个点, 给 AI 留出反应时间。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011680"/>
          <a:ext cx="11183112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108960"/>
                <a:gridCol w="53309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亏到多少触发重评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备注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−15%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止损线在 −20% (移动止损确认后也先交重评)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不触发 (v7.4.5)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砸穿回撤35%止损线 → 直接平仓, 不走 API 重评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−30%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本身有 −60% 很松的止损线 (v7.4.3); 重评说卖还要过护栏 (P8)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不触发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默认当混合型 → 砸穿回撤35% 直接平仓, 不走重评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4348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防重复烧钱三道闸: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① 该仓已有重评在跑 → 锁住 ② 每仓 6 小时冷却 ③ 冷却结束不放炮 — 记下当时亏损当基线, 从基线再多亏 ≥10 个点才第二次触发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手动 🤖 API 重评按钮: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绕过所有节流立刻重评, 但结果永远等你确认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哪里看: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主页「📜 重评历史 &amp; 冷却状态」折叠栏 — 每仓 ❄️ 冷却倒计时+历史决策; 副屏持仓行也有 ❄️ 徽章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活例子: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MBS 仓 (事件型) 跌破 −30% 时已自动触发过一轮重评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06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② — AI 怎么决定、谁来执行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08 页 · 内部资料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6070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AI 联网搜完新闻后必须四选一: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hold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继续拿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8507" y="1600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9675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4539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update_q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改胜率, 继续拿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5263" y="1600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1295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exit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卖掉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019" y="1600200"/>
            <a:ext cx="2011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187" y="1389888"/>
            <a:ext cx="2645587" cy="713232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1508760"/>
            <a:ext cx="253585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cancel_autostop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关%止损只留地板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(事件型禁用)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04288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386584"/>
            <a:ext cx="68580" cy="1207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2395728"/>
            <a:ext cx="510235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防呆 ① 反锚定 (治"坑底卖飞")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提示词里喂给 AI「大跌前 24 小时价格中枢」(排除最近 6 小时),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不许拿坑底现价当锚。之前两笔在坑底被卖飞 ~$16,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病根就是 AI 把砸盘后的价格当成了"合理价"。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304288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2386584"/>
            <a:ext cx="68580" cy="1207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395728"/>
            <a:ext cx="510235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防呆 ② 事件型护栏 (卖出 + 关止损)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AI 说卖要过闸: 论点被推翻 或 新胜率比现价低 ≥8 点, 否则降级"继续拿"。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AI 也不许「关止损」(cancel_autostop) — 那道 -60% 兜底只有你手动能撤。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数据缺失默认不卖 — 事件型常先砸后弹, 绝不在坑底盲砍。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3913632"/>
          <a:ext cx="11183112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6400800"/>
                <a:gridCol w="30449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你的状态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重评结果怎么处理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会不会自动卖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在线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结果挂主页红闪卡等你 ✅ 确认; 闪 2 分钟没人理 → 自动调 API, 结果仍等确认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绝不自动卖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离线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决策直接自动执行 — exit 会真的卖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B3362B"/>
                          </a:solidFill>
                          <a:latin typeface="Helvetica Neue"/>
                          <a:ea typeface="PingFang SC"/>
                        </a:rPr>
                        <a:t>会 ⚠️ 此路径未实测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手动 🤖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不分在线离线, 一律挂卡等确认 (出门快速一键重评用)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绝不自动卖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02920" y="587044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1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40" b="1" i="0">
                <a:solidFill>
                  <a:srgbClr val="222B36"/>
                </a:solidFill>
                <a:latin typeface="Helvetica Neue"/>
                <a:ea typeface="PingFang SC"/>
              </a:rPr>
              <a:t>在线/离线怎么判定: </a:t>
            </a: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页面 10 分钟没操作 → 弹「还在吗」→ 60 秒没答 → 转离线; 之后任何操作自动回在线 (手动点的离线除外)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07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③ — 用哪个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09 页 · 内部资料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2" cy="1335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926080"/>
                <a:gridCol w="5971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角色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模型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说明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权威 (说了算)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 Opus 4.8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联网搜索 + 深度思考 (省钱档 medium); 决策一律以它为准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备用 (兜底)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智谱 GLM-5.2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 挂了才顶上; 思考拉满 + 专业搜索, 解析带正则兜底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260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双跑对比 (默认开):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每次重评两家并行都跑, Claude 说了算; GLM 结果只进 /api_reeval 对比页 — 看动作一致率 / 胜率差距 / 谁更激进 / 谁失败得多。⚠️ 真实双跑至今还没发生过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安全底线: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任一模型给的决策不合法 → 直接丢弃, 绝不进执行; 两家全失败 → 不动仓位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紧急暂停: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主页开关一键停付费 API; 暂停期间也不会退回盲卖 — 仓位冻结在「等重评」等你处理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4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40" b="1" i="0">
                <a:solidFill>
                  <a:srgbClr val="222B36"/>
                </a:solidFill>
                <a:latin typeface="Helvetica Neue"/>
                <a:ea typeface="PingFang SC"/>
              </a:rPr>
              <a:t>提示词同源: </a:t>
            </a:r>
            <a:r>
              <a:rPr sz="1240" b="0" i="0">
                <a:solidFill>
                  <a:srgbClr val="222B36"/>
                </a:solidFill>
                <a:latin typeface="Helvetica Neue"/>
                <a:ea typeface="PingFang SC"/>
              </a:rPr>
              <a:t>API 重评用的就是手动复制那份提示词 (改 prompts.py 两边同时生效), 只是各自附加决策指令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57800"/>
            <a:ext cx="11185855" cy="9601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340096"/>
            <a:ext cx="68580" cy="7955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49240"/>
            <a:ext cx="1080180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钱花在哪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只有自动重评和手动 🤖 按钮会调付费 API (Claude / 智谱)。找仓分析 = 你手动复制提示词贴到 Claude.ai 网页, 免费;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测试仓全程零 API。在线时大跌也先出手动卡, 不急着烧 API (2 分钟没人理才升级)。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08 · 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新仓金额 — 一笔下多少钱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10 页 · 内部资料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先看有没有便宜可占: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edge = AI 胜率 q − 市场价 p; edge ≤ 0 → 直接 $0 不下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凯利公式打 2.5 折: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金额 = 总资产 × [edge ÷ (1−p)] × 25%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再打两个折扣: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结算太远 (&gt;21 天) 按平方根比例减、最低 4 折; 冷门低价盘 (p&lt;$0.15) 最多打对折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三道帽子: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同主题簇 ≤ 总资产 20% · 月回撤预算 $30 还剩多少 ÷ 该档预期跌幅 (收敛 20%/混合 35%/事件 70%) · 帽完不足 $1 → 放弃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硬边界: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最终金额压回 $1 – $15 之间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86200"/>
            <a:ext cx="11185855" cy="93268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968496"/>
            <a:ext cx="68580" cy="76809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977640"/>
            <a:ext cx="108018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算一笔现成的 (数字照真实公式)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总资产 $93 · AI 胜率 60% · 市场价 $0.50 · 24 天后结算 → edge 10 点 → 凯利 $93 × 0.2 × 25% ≈ $4.7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→ 天数打 94 折 ≈ $4.4 → 各道帽子都没碰到 → 建议下 $4.40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信心 high/medium/low 只做记录不进公式;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AI 的胜率 q 在发现阶段已向市场价折过一半, 公式不再重复打折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每次算的建议都落库 (sizing_log):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和你实际下的金额对比, 攒 2–4 周数据回头调参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入口: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主页 JSON 通道「💵 填入计算器」自动带入这套公式; 测试仓录入用同一公式 (但不占簇额度)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09 · 找仓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找新仓 — 从扫描到录入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11 页 · 内部资料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377440"/>
                <a:gridCol w="2286000"/>
                <a:gridCol w="2194560"/>
                <a:gridCol w="24963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扫描档位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价格区间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7 天成交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距结算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滑点上限 ($5 单)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标准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$0.08 – 0.92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$1,500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7 – 21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≤ 1.5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中范围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$0.05 – 0.95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$500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5 – 35 天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≤ 3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大范围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$0.03 – 0.97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$200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3 – 60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≤ 5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992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主题从哪来: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39 个白名单主题 + /tags 动态热门榜 (跟成交量热度走: 俄乌→伊朗→世界杯); 结算规则含糊的市场按关键词直接排除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固定流程 (全程约 5 分钟):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一键全扫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5 主题并发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约 20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9109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6853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1717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拼提示词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报告+持仓+簇字典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自动拼好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3042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0786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5650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贴给 Claude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Claude.ai 网页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免费分析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6975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583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回 JSON 推荐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方向/q/信心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止损档/簇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0908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8652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算金额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💵 一键带入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计算器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841" y="4219956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2585" y="3931920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7449" y="4050792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下单+录入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买入 → ⚡自动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或 📌手动录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7492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JSON 契约: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Claude 每条推荐固定给全 方向/胜率 q/信心/止损档/主题簇/理由 — 录入时一键写全, bot 靠这些盯盘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拿不准的推荐: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点 🧪 丢进测试仓白嫖验证 (P14), 不占真钱额度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⚡ 自动录入 (v7.5.0):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推荐点「⚡ 存入自动录入」存服务器 → 你去 Polymarket 买完, 新仓一出现 bot 心跳就按市场自动配对、写全 q/信心/止损档/簇 (跟手动录同口径, 入场价用实时均价); 配不上 / TP方向反了 → 主页琥珀闪窗提醒你手动补。只写元数据, 绝不下单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10 · 找仓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入场门槛 — 多大的"便宜"才值得下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12 页 · 内部资料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42415"/>
            <a:ext cx="11185855" cy="93268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24711"/>
            <a:ext cx="68580" cy="76809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33855"/>
            <a:ext cx="108018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怎么算: 便宜 (edge) 必须大过门槛, Claude 才允许推荐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edge = 校准后胜率 − 下注方向现价; 校准 = 先把 AI 跟市场的分歧打五折 (市场价 + 0.5 × 分歧)。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最终门槛 = max( 5pp 硬地板, ① 基础门槛 + ② 价位叠加 ); 5pp ≈ 滑点+双边手续费, 再低净利被执行成本吃光。够不着就"无推荐", 不凑数。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5798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Helvetica Neue"/>
                <a:ea typeface="PingFang SC"/>
              </a:rPr>
              <a:t>① 基础门槛 — 按扫描范围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432304"/>
          <a:ext cx="4937760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188720"/>
                <a:gridCol w="23774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扫描档位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基础门槛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为什么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标准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6pp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盘面最干净, 门槛最低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中范围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8pp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过滤更宽 → 要更多安全垫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大范围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10pp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盘子薄、成本高 → 最严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806440" y="2157984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Helvetica Neue"/>
                <a:ea typeface="PingFang SC"/>
              </a:rPr>
              <a:t>② 价位叠加 — 按"你下注方向"那侧的现价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806440" y="2432304"/>
          <a:ext cx="587959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280160"/>
                <a:gridCol w="258775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下注方向现价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调整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为什么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≥ 65¢ (强 favorite)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−3pp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方向高度可靠, 小便宜也值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50 – 65¢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−1pp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略松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35 – 50¢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±0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基准区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35¢ (longshot)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+3pp 更严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冷门系统性被高估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455371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实证依据 (本 bot 已结算样本):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下注方向买入价 ≥70¢ 的 12 笔全对, &lt;30¢ 的只有 15% 兑现 — 冷门被系统性高估 (favorite-longshot bias), 所以越冷门要求越苛刻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别跟持仓状态灯搞混: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这套门槛只管挑新仓 (写在 DISCOVERY 提示词 §推荐门槛, Claude 挑仓时执行); 已持仓的 +2/−3 点状态灯 (P6) 是另一套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04688"/>
            <a:ext cx="11185855" cy="841248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586984"/>
            <a:ext cx="68580" cy="676656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596128"/>
            <a:ext cx="108018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三个现成例子 (最终门槛 = 基础 + 叠加, 但不低于 5pp)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中范围买 NO @ 72¢ → 8 − 3 = 5pp 就够 · 中范围买 YES @ 25¢ → 8 + 3 = 11pp 才行 · 大范围买 @ 58¢ → 10 − 1 = 9pp。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一句话: 价越高越松 (最松贴到 5pp 地板), 越冷门越严。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11 · 资金风控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钱的总规矩 — 风控红线一页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13 页 · 内部资料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$1 –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单仓上下限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单主题簇 ≈ $18.7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$30 /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组合回撤预算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$0.05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绝对地板价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买入 0 自动: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bot 没有自动买入代码路径, 每一笔买单都出自你手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自动卖出只有 3 个口: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① 止盈到线 ② 跌破 $0.05 地板 ③ 你离线时重评结论=卖 — 每笔卖出都落账进已平仓表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在线/离线是动钱开关: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在线 = 只建议+等确认; 离线 = 自动执行 (⚠️ 未实测); 手动 🤖 按钮永远等确认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测试仓物理隔离: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/paper 代码碰不到下单函数和付费 API; 改这块代码前必须先跑审计检查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资产口径统一按现价: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总资产 = 现金 + Σ(现价×份数); 簇暴露/回撤预算也按现价算, 不按成本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钱包与访问: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代理钱包 GNOSIS_SAFE 签名, .env 配置冻结不改; 面板仅内网 (Tailscale)+密码, 错 5 次锁 30 分钟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数据保底: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每 30 分钟自动 git 备份+资产快照导出; 已平仓 80 笔 07-06 刚与 Polymarket 全量对齐 (累计 −$3.51)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12 · 测试仓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测试仓 /paper — 不花钱的模拟盘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14 页 · 内部资料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干嘛用: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拿不准/看着离谱的 AI 推荐先丢进来, 一分钱不花, 跑和真仓完全同一套盯盘算法, 验证 AI 到底准不准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怎么进: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主页 JSON 通道每条推荐带「🧪 加入测试仓」一键录 (金额用真仓同款公式自动算, 算不出兜底 $10); /paper 页也能手动填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它做什么: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每 30 秒同真仓一起盯 → 算法一"卖"(命中卖出条件)就移到「往期测试仓」→ 继续盯到结算给最终对错。像真仓一样有生命周期 (进行中 / 往期)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重评也免费: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每仓一键复制重评提示词 → 自己贴到 Claude.ai 网页 (免费) → 把新胜率存回来; 全程零 API 零钱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特例: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金额不受同簇真仓挤压 — 簇上限是真钱风控, 测试仓不占额度 (月回撤预算照常算)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7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往期 + 统计 (v7.4.0):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往期区每条: 预测准不准 + 模拟盈亏 + 📈最高点 (本可赚多少, 哪怕后来亏到底); 顶部统计: 模拟总盈亏 / 赚钱率 / 结算对率 — 一眼看这套 AI 准不准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974336"/>
            <a:ext cx="68580" cy="88696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983480"/>
            <a:ext cx="10801807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🔒 铁律 (2026-06-22 定, 代码层隔离, 不是口头约定)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测试仓永不碰钱: 不下单、不卖、不调付费 API, 只允许只读拉行情。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真仓的自动重评天生够不到它 (独立表+独立代码路径)。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13 · 参数速查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常改参数速查表 (改完重启生效)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15 页 · 内部资料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Helvetica Neue"/>
                <a:ea typeface="PingFang SC"/>
              </a:rPr>
              <a:t>出场规则 — modules/monitor.py 顶部常量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98448"/>
          <a:ext cx="5440679" cy="449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/>
                <a:gridCol w="14630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参数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现值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通用止盈 (全卖)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TAKE_PROFIT_PRICE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$0.90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事件型止盈 (卖一半)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TAKE_PROFIT_PRICE_EVENT_DRIVEN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$0.92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收敛临近止盈 / 天数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TAKE_PROFIT_PRICE_CONVERGENT_NEAR / _DAYS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$0.88 / 3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翻倍止盈 (事件型除外)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TAKE_PROFIT_PNL_PCT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+100%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 收敛/临近/混合/确认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TRAILING_STOP_PCT_CONVERGENT/_NEAR/_HYBRID/ROUNDS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20% / 12% / 35% / 6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三档止损 (收敛/混合/事件)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STOP_LOSS_PCT_BY_TIER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20% / 35% / 60%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未分类默认 / 地板价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→当hybrid / EVENT_DRIVEN_FLOOR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当混合35% /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时间止损 天数 / 漂移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TIME_STOP_DAYS / _DRIFT_PP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2 天 / 5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状态灯 持有 / 偏空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HOLD_MIN_EDGE_PP / SOFT_NEGATIVE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+2 / −3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盯盘心跳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CHECK_INTERVAL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30 秒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0241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Helvetica Neue"/>
                <a:ea typeface="PingFang SC"/>
              </a:rPr>
              <a:t>重评 &amp; 金额 — .env 环境变量 (不用改代码)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298448"/>
          <a:ext cx="5422392" cy="449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9352"/>
                <a:gridCol w="14630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参数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现值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重评冷却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AUTO_REEVAL_COOLDOWN_H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6 小时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冷却后再触发需再亏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AUTO_REEVAL_RETRIGGER_DROP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10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在线红闪升级等待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AUTO_REEVAL_MANUAL_ESCALATE_MIN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2 分钟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事件型卖出护栏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AUTO_REEVAL_EXIT_GUARD_EDGE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8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反锚定中枢窗口 / 排除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AUTO_REEVAL_CENTER_WINDOW_H / SKIP_H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24h / 6h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权威模型 / 双跑对比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AUTO_REEVAL_PRIMARY / _DUAL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 / 开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凯利分数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SIZING_KELLY_FRACTION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0.25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月回撤预算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SIZING_MONTHLY_DD_BUDGET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$30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单簇上限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SIZING_CLUSTER_CAP_PCT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20%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单仓上限 / 下限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60" b="0" i="0">
                          <a:solidFill>
                            <a:srgbClr val="66707F"/>
                          </a:solidFill>
                          <a:latin typeface="Menlo"/>
                          <a:ea typeface="PingFang SC"/>
                        </a:rPr>
                        <a:t>SIZING_MAX / MIN_SINGLE_POS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$15 / $1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016752"/>
            <a:ext cx="111858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66707F"/>
                </a:solidFill>
                <a:latin typeface="Helvetica Neue"/>
                <a:ea typeface="PingFang SC"/>
              </a:rPr>
              <a:t>※ 改完必须重启 bot 才生效 (CLAUDE.md 有整段重启命令), 重启后看 bot.log 无报错才算成功; 版本号只改 modules/version.py 一处, 全站自动同步。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6707F"/>
                </a:solidFill>
                <a:latin typeface="Helvetica Neue"/>
                <a:ea typeface="PingFang SC"/>
              </a:rPr>
              <a:t>※ 入场 edge 门槛 (基础 6/8/10pp ± 价位叠加, 地板 5pp, 见 P12) 不在上表 — 在 modules/prompts.py §推荐门槛 (DISCOVERY 提示词) 里改, 同样重启生效。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14 · 风险备忘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已知风险与注意事项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交易机器人 · 策略总览 v7.5.4 · 2026-07-13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16 页 · 内部资料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97864"/>
            <a:ext cx="68580" cy="74980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207008"/>
            <a:ext cx="1080180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⚠️ 出场阈值是"方向值", 不是精调值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0.92 / 0.88 / 20% / 12% / 8 点 / 6 拍全部来自 51 笔小样本回测。每次重评都在落校准数据 (大跌前中枢+价格曲线),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攒够了再统一精调 — 在那之前别对单笔结果过度反应。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94560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276856"/>
            <a:ext cx="68580" cy="914400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286000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🔴 6·26 文件回退事故 (已恢复, 根因未明)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monitor + auto_reeval 曾被莫名整体回退到老版, v7.0 出场策略停摆 10 天 (06-26 → 07-06), 期间实际跑的是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老版"0.90 一刀切全卖 + 盲止损"。07-06 已从 git 完整找回并提交锁定。若再发现行为像老版, 先查这两个文件。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两条路径从未实测: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① 离线自动卖出 (代码在, 没真跑过) ② Claude+GLM 双跑对比 — 第一次出现时盯着 bot.log 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数据口径: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已平仓表 07-06 按 Polymarket 真实成交重建 (80 笔, 累计 −$3.51); 已加守卫防"部分卖出记成假平仓"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目前成绩单 (样本小, 仅参考):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止盈规则 11 笔全部赚钱 +$25 🟢 · 重评清仓 14 笔合计 −$8.6 🔴 · 历史"卖飞"共少赚 $42.48 — v7.0 出场重设计就是治这个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300" b="1" i="0">
                <a:solidFill>
                  <a:srgbClr val="222B36"/>
                </a:solidFill>
                <a:latin typeface="Helvetica Neue"/>
                <a:ea typeface="PingFang SC"/>
              </a:rPr>
              <a:t>下一步: 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用测试仓+校准数据验证阈值 → 实测离线卖出与双跑 → 按真实数据调参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Polymarket Bot 策略总览 v7.5.4</dc:title>
  <dc:subject/>
  <dc:creator>Polymarket Bot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