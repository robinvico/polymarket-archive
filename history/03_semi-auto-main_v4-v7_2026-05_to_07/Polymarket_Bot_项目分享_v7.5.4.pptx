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项目分享 · 可打印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54335" y="347472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Helvetica Neue"/>
                <a:ea typeface="PingFang SC"/>
              </a:rPr>
              <a:t>v7.5.4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  <a:ea typeface="PingFang SC"/>
              </a:rPr>
              <a:t>Polymarket AI 交易机器人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50592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9A227"/>
                </a:solidFill>
                <a:latin typeface="Helvetica Neue"/>
                <a:ea typeface="PingFang SC"/>
              </a:rPr>
              <a:t>一个 AI 选仓、程序盯盘的真钱实验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54096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6D9"/>
                </a:solidFill>
                <a:latin typeface="Helvetica Neue"/>
                <a:ea typeface="PingFang SC"/>
              </a:rPr>
              <a:t>预测市场 · Claude 当分析师 · 程序执行出场纪律 · 人只管下单拍板 · 跑了两个月 · 全开源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39312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A3C6"/>
                </a:solidFill>
                <a:latin typeface="Helvetica Neue"/>
                <a:ea typeface="PingFang SC"/>
              </a:rPr>
              <a:t>生成于 2026 年 7 月 7 日 · 封面数据为生成时刻实时快照 · 不构成任何投资建议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$95.13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总资产 (实时)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4247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7399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84 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7399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已平仓交易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+$2.10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实现盈亏 · 刚转正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6903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v4 → v7.4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两个月迭代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这是个什么项目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两个月的真实战绩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系统总览 — 一页看懂整个流程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止盈 — 什么时候锁定利润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止损 — 什么时候认输离场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其他出场 &amp; 每 30 秒的决策顺序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07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① 什么时候触发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P9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08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② AI 怎么决定、谁来执行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09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③ 用哪个 AI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10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新仓金额 — 一笔下多少钱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找新仓 — 从扫描到录入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入场门槛 — edge 要多大才值得下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钱的总规矩 — 风控红线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测试仓 — 不花钱的模拟盘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版本演进 — 每一版都是坑教的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踩过的坑 &amp; 诚实的现状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257800"/>
            <a:ext cx="5285232" cy="100584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5340096"/>
            <a:ext cx="68580" cy="8412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5349240"/>
            <a:ext cx="4901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快速读法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只想看结论 → P4 战绩 + P18 踩坑与现状; 想懂机制 → P6–P11 出场与重评;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想自己跑 → P19 开源仓库 (README 一步步教装)。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01 · 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这是个什么项目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03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185855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9576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88720"/>
            <a:ext cx="1080180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先说 Polymarket 是什么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一个用真钱给现实事件下注的预测市场。每道题是一张 $0–1 的合约: 事件发生 = $1, 没发生 = $0;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现价就是市场眼里的概率 — 一张 $0.72 的"星舰 7 月发射成功?" = 市场认为 72% 会发射。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题目包罗万象: 地缘政治、选举、公司大事、甚至"北京今天最高温是不是 33°C"。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Helvetica Neue"/>
                <a:ea typeface="PingFang SC"/>
              </a:rPr>
              <a:t>这个实验: 让 AI 找"市场标错概率的题", 用纪律把认知差变成钱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AI (Claude)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分析师 — 联网读新闻, 估真实胜率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469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784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程序 (bot)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784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交易员 — 每 30 秒盯盘, 铁面执行出场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646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961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961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老板 — 每一笔买入都人工下单拍板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思路: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市场价 = 人群的概率判断, 会系统性出错 (冷门被高估、新闻消化慢)。AI 读盘面+搜新闻给出自己的胜率 q, 跟市场价差得够大才下手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规模: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小资金实验 (~$95 总资产, 单仓 $1–15) — 目的是验证方法和纪律, 不是发财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时间线: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2026 年 5 月初上线, 两个月从 v4 迭代到 v7.4 — 每一版都是被真亏损教出来的 (P17)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全开源: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代码 + 中英双语技术报告 (28 节完整踩坑史) 都在 GitHub: RobinVico/polymarket-llm-trading-bot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02 · 战绩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两个月的真实战绩 (截至 2026-07-07)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04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84 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已平仓 (与 Polymarket 逐笔对齐)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+$2.10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实现盈亏 · 本周刚转正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52%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方向对率 (71 笔已结算)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+$1.79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当前 4 仓浮盈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194560"/>
          <a:ext cx="11183112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011680"/>
                <a:gridCol w="2743200"/>
                <a:gridCol w="350215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出场方式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笔数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结果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点评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止盈规则卖出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11 笔 (07-06 统计)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100% 赚钱 · +$25.0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最硬的规则; 今晨又+1笔 (霍尔木兹)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大跌重评后清仓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14 笔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合计 −$8.6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在割肉 — 阈值还在校准 (P9–11)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历史"卖飞"账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所有已卖仓位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拿到结算本可多赚 $42.5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v7.0 出场重设计就是治这个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02920" y="4224528"/>
            <a:ext cx="11185855" cy="118872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06824"/>
            <a:ext cx="68580" cy="102412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4315968"/>
            <a:ext cx="1080180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过去 72 小时, 规则真的在自己开火 (bot 日志原文)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07-05 12:12  时间止损 — GPT-5.6 盘距结算 2 天价格没动 → 自动平仓收回资金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07-07 00:32  事件型止盈 — 以色列×黎巴嫩会谈涨到 $0.92 → 自动卖一半留一半跑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07-07 07:27  混合型止盈 — 霍尔木兹恢复 No 到 $0.90 → 自动全卖 (+$3.6 落袋)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9612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00" b="1" i="0">
                <a:solidFill>
                  <a:srgbClr val="222B36"/>
                </a:solidFill>
                <a:latin typeface="Helvetica Neue"/>
                <a:ea typeface="PingFang SC"/>
              </a:rPr>
              <a:t>有意思的规律: </a:t>
            </a:r>
            <a:r>
              <a:rPr sz="1200" b="0" i="0">
                <a:solidFill>
                  <a:srgbClr val="222B36"/>
                </a:solidFill>
                <a:latin typeface="Helvetica Neue"/>
                <a:ea typeface="PingFang SC"/>
              </a:rPr>
              <a:t>赚最多的 5 笔全是"押不会发生"(卖 No, 单笔 +$4~6.3); 亏最大的 5 笔几乎全是"押会发生"— 冷门系统性被高估, 这条已写进入场门槛 (P14)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03 · 系统总览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一页看懂: 从找市场到卖出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① 扫市场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bot 按流动性/时间窗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过滤 39 个主题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1374" y="1563624"/>
            <a:ext cx="3108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227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713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② Claude 分析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给方向 · 胜率 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信心 · 止损档 · 主题簇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0724" y="1563624"/>
            <a:ext cx="3108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162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648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③ 算金额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公式给建议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每仓 $1–15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0074" y="1563624"/>
            <a:ext cx="3108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097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583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④ 人工下单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人去 Polymarket 手动买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bot 没有自动买入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9424" y="1563624"/>
            <a:ext cx="3108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0032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518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⑤ bot 盯盘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每 30 秒评估一次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该卖时自动卖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5420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分工: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Claude 出主意 · bot 盯盘和执行卖出 · 买入永远人工下单 — bot 代码里没有自动买入路径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卖出可以自动: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止盈到线 / 跌破 $0.05 地板 / 人离线时重评结论=卖 — 规则详见 P6–P11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节奏: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30 秒一次决策心跳 · 30 分钟一次资产快照+自动备份 · 1 小时一次结算检查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每个仓位录入时定好三件事, bot 全靠它们盯盘: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胜率 q · 止损档 (三选一, 见下) · 主题簇 (防同类扎堆)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几块屏: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主页 (桌面操作) · /panel 副屏控制台 · /m 手机只读 · /paper 测试仓 · /history 往期复盘 · /report 复盘报告(手机可看)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74920"/>
            <a:ext cx="11185855" cy="11155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157216"/>
            <a:ext cx="68580" cy="95097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166360"/>
            <a:ext cx="10801807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三种止损档 (入场时 Claude 分类, 决定这个仓后面怎么止盈止损)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收敛型 convergent = 真相会自己收敛的题 (票房/数据/汇率/比分) · 混合型 hybrid = 民调+政治混合 (选举类)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事件型 event_driven = 政治/外交/谈判 — 价格天天震荡但震荡≠真相变化, 所以规则对它最宽容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04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止盈 — 什么时候锁定利润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06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65760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触发条件 (按"真能卖到的价")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动作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翻倍先到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2×成本 (且早于 $0.92)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全部卖出锁翻倍 (低价入场时先到)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到 $0.92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$0.92 (还没翻倍)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卖一半留一半; 后半跌破 $0.78 再全卖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· 距结算 ≤3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$0.88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 (提前落袋, 留出滑点)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&gt;3 天 / 混合型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$0.90 或 浮盈 ≥ +100%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6118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为什么看"卖价"?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触发用盘口买一价 best_bid (真能成交的价), 不用参考价 — 防"显示 $0.90 实际只能卖 $0.60"的假止盈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事件型这套怎么跑?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论点没破常一路涨到底。低价捡的、翻倍(≥2×成本)先到 → 全卖落袋; 高价的到 $0.92 → 卖一半留一半博结算, 但留的半仓从 0.92 跌 15%(&lt;$0.78)就把后半也卖了锁利润, 不让它坐过山车吐回去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可以手动关: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每仓有"关止盈"开关, 关了只跳过止盈, 止损照常跑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这两条今天都真触发了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今晨 07:27 霍尔木兹恢复 No (混合型) 到 $0.90 → 自动全卖 +$3.6; 凌晨 00:32 以色列×黎巴嫩 (事件型)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到 $0.92 → 自动卖一半留一半。持仓里的 SpaceX 星舰 No (事件型, $0.72) 下一个就按这表跑。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05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止损 — 什么时候认输离场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07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20624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止损方式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触发线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convergent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盯"持有期最高价", 从峰值回撤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≥20% (距结算 ≤3 天收紧到 12%)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66707F"/>
                          </a:solidFill>
                          <a:latin typeface="Helvetica Neue"/>
                          <a:ea typeface="PingFang SC"/>
                        </a:rPr>
                        <a:t>且连续 6 次心跳 ≈3 分钟确认, 防一抖卖飞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混合型 hybrid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从峰值回撤; 砸穿→直接平仓 (v7.4.5, 不走重评)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且连续 6 次心跳确认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event_driven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很松的 %止损 + 地板 (震荡 ≠ 真相变化)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亏 ≥60% (v7.4.3 新增) 或 跌破 $0.05 地板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未分类 (少见)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默认当"混合型"处理 (不再有 -25% 老仓档)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(同混合型移动止损)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785615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67911"/>
            <a:ext cx="68580" cy="704088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77055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砸穿止损线怎么处理 (v7.4.5 起分档)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收敛型 / 事件型: 不马上卖, 先进「⏸ 等重评」让 AI 联网重查再决定 (P9–P10)。混合型: 到值直接平仓 (不走重评, 因它扛输最差)。任何仓 ① 跌破 $0.05 地板 ② 重评没配置 也直接卖。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64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两种止损口径: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收敛型 + 混合型盯"持有期最高价"回撤 (移动止损); 事件型盯"成本价"(实时加权均价, 加仓自动摊平) 亏 60%。成本价永远用实时均价, 不用第一次入场价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事件型止损为什么这么松: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政治/外交题天天震荡, 按普通 % 卖会卖错 (回测 3 笔 2 笔卖完就反弹); 但也不能只靠地板一路跌到底, 所以 v7.4.3 给个很松的 -60% 兜底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活例子: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Trump 与 MBS 通话 Yes (事件型) 现在 −58% — 没跌破地板就不硬卖; 已自动重评过, 按新胜率 40% 继续持有 (仍比现价高 17 个点)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06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其他出场 &amp; 每 30 秒的决策顺序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B2A4A"/>
                </a:solidFill>
                <a:latin typeface="Helvetica Neue"/>
                <a:ea typeface="PingFang SC"/>
              </a:rPr>
              <a:t>每 30 秒对每个仓从上往下过一遍, 第一个命中的执行: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没录入信息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 → NO_META; 心跳先试 ⚡自动录入 (7.5.0), 配不上才提醒手动补 (不动仓)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止盈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 (P6) — 含事件型 翻倍先到全卖 / 0.92 卖一半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止损 / 移动止损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 (P7) — 收敛/事件型进「⏸ 等重评」, 混合型直接平仓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时间止损: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距结算 ≤2 天且价格离入场价没挪动 (&lt;5 个点) → 自动全卖 — 快结算了还在原地 = 论点没兑现, 别让钱陪跑到最后一刻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状态灯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 (只亮灯提示, 不自动卖) — 见右表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207008"/>
          <a:ext cx="5239511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874519"/>
                <a:gridCol w="167335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状态灯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胜率 q − 现价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意思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HOLD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&gt; +2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继续拿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MARGINAL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 ～ +2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边缘, 别加仓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AT_TARGET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(没重评过)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已到目标价, 考虑落袋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SOFT_NEGATIVE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(重评过)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AI 也偏空, 人工留意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46520" y="3749039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状态灯每 30 秒刷新, 显示在主页和副屏每仓的「决策状态」一行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40" b="1" i="0">
                <a:solidFill>
                  <a:srgbClr val="222B36"/>
                </a:solidFill>
                <a:latin typeface="Helvetica Neue"/>
                <a:ea typeface="PingFang SC"/>
              </a:rPr>
              <a:t>活例子: </a:t>
            </a: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时间止损 07-05 刚开过火: GPT-5.6 盘距结算 2 天只动了 3 个点 → 自动平仓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记住一条: 触发价口径不对称 (防假信号的关键设计)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止盈看 best_bid (真能卖到的价) — 防流动性差的假胜利; 止损/时间止损看参考价 cur_price — 防盘口瞬时蒸发误触发。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best_bid 拉不到时自动退回参考价, 不会卡死。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07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① — 什么时候触发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09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185855" cy="74980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9576"/>
            <a:ext cx="68580" cy="58521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88720"/>
            <a:ext cx="108018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亏到接近止损线时不盲卖, 先让 AI 联网重查一遍再决定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触发点设在止损线前 5 个点, 给 AI 留出反应时间。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011680"/>
          <a:ext cx="11183112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108960"/>
                <a:gridCol w="533095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亏到多少触发重评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备注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convergent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−15%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止损线在 −20% (移动止损确认后也先交重评)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混合型 hybrid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不触发 (v7.4.5)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砸穿回撤35%止损线 → 直接平仓, 不走 API 重评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event_driven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−30%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本身有 −60% 很松的止损线 (v7.4.3); 重评说卖还要过护栏 (P10)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未分类 (少见)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不触发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默认当混合型 → 砸穿回撤35% 直接平仓, 不走重评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44348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防重复烧钱三道闸: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① 该仓已有重评在跑 → 锁住 ② 每仓 6 小时冷却 ③ 冷却结束不放炮 — 记下当时亏损当基线, 从基线再多亏 ≥10 个点才第二次触发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手动 🤖 API 重评按钮: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绕过所有节流立刻重评, 但结果永远等人工确认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哪里看: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主页「📜 重评历史 &amp; 冷却状态」折叠栏 — 每仓 ❄️ 冷却倒计时+历史决策; 副屏持仓行也有 ❄️ 徽章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活例子: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MBS 仓 (事件型) 跌破 −30% 时已自动触发过一轮重评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08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② — AI 怎么决定、谁来执行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10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6070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Helvetica Neue"/>
                <a:ea typeface="PingFang SC"/>
              </a:rPr>
              <a:t>AI 联网搜完新闻后必须四选一: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89888"/>
            <a:ext cx="2645587" cy="71323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508760"/>
            <a:ext cx="253585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hold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继续拿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8507" y="1600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9675" y="1389888"/>
            <a:ext cx="2645587" cy="71323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4539" y="1508760"/>
            <a:ext cx="253585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update_q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改胜率, 继续拿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5263" y="1600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1389888"/>
            <a:ext cx="2645587" cy="71323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1295" y="1508760"/>
            <a:ext cx="253585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exit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卖掉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019" y="1600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187" y="1389888"/>
            <a:ext cx="2645587" cy="71323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1508760"/>
            <a:ext cx="253585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cancel_autostop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关%止损只留地板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(事件型禁用)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04288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386584"/>
            <a:ext cx="68580" cy="1207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2395728"/>
            <a:ext cx="510235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防呆 ① 反锚定 (治"坑底卖飞")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提示词里喂给 AI「大跌前 24 小时价格中枢」(排除最近 6 小时),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不许拿坑底现价当锚。之前两笔在坑底被卖飞 ~$16,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病根就是 AI 把砸盘后的价格当成了"合理价"。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304288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2386584"/>
            <a:ext cx="68580" cy="1207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2395728"/>
            <a:ext cx="510235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防呆 ② 事件型护栏 (卖出 + 关止损)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AI 说卖要过闸: 论点被推翻 或 新胜率比现价低 ≥8 点, 否则降级"继续拿"。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AI 也不许「关止损」(cancel_autostop) — 那道 -60% 兜底只有你手动能撤。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数据缺失默认不卖 — 事件型常先砸后弹, 绝不在坑底盲砍。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3913632"/>
          <a:ext cx="11183112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6400800"/>
                <a:gridCol w="304495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人的状态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重评结果怎么处理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会不会自动卖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在线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结果挂主页红闪卡等人工 ✅ 确认; 闪 2 分钟没人理 → 自动调 API, 结果仍等确认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绝不自动卖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离线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AI 决策直接自动执行 — exit 会真的卖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B3362B"/>
                          </a:solidFill>
                          <a:latin typeface="Helvetica Neue"/>
                          <a:ea typeface="PingFang SC"/>
                        </a:rPr>
                        <a:t>会 ⚠️ 此路径未实测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手动 🤖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不分在线离线, 一律挂卡等确认 (出门快速一键重评用)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绝不自动卖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02920" y="587044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40" b="1" i="0">
                <a:solidFill>
                  <a:srgbClr val="222B36"/>
                </a:solidFill>
                <a:latin typeface="Helvetica Neue"/>
                <a:ea typeface="PingFang SC"/>
              </a:rPr>
              <a:t>在线/离线怎么判定: </a:t>
            </a: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页面 10 分钟没操作 → 弹「还在吗」→ 60 秒没答 → 转离线; 之后任何操作自动回在线 (手动点的离线除外)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09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③ — 用哪个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11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183112" cy="1335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926080"/>
                <a:gridCol w="5971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角色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模型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说明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权威 (说了算)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Claude Opus 4.8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联网搜索 + 深度思考 (省钱档 medium); 决策一律以它为准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备用 (兜底)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智谱 GLM-5.2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Claude 挂了才顶上; 思考拉满 + 专业搜索, 解析带正则兜底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9260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双跑对比 (默认开):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每次重评两家并行都跑, Claude 说了算; GLM 结果只进 /api_reeval 对比页 — 看动作一致率 / 胜率差距 / 谁更激进 / 谁失败得多。⚠️ 真实双跑至今还没发生过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安全底线: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任一模型给的决策不合法 → 直接丢弃, 绝不进执行; 两家全失败 → 不动仓位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紧急暂停: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主页开关一键停付费 API; 暂停期间也不会退回盲卖 — 仓位冻结在「等重评」等人处理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提示词同源: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API 重评用的就是手动复制那份提示词 (改一处两边同时生效), 只是各自附加决策指令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57800"/>
            <a:ext cx="11185855" cy="9601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340096"/>
            <a:ext cx="68580" cy="7955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49240"/>
            <a:ext cx="1080180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钱花在哪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只有自动重评和手动 🤖 按钮会调付费 API (Claude / 智谱)。找仓分析 = 手动复制提示词贴到 Claude.ai 网页, 免费;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测试仓全程零 API。在线时大跌也先出手动卡, 不急着烧 API (2 分钟没人理才升级)。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10 · 仓位管理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新仓金额 — 一笔下多少钱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先看有没有便宜可占: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edge = AI 胜率 q − 市场价 p; edge ≤ 0 → 直接 $0 不下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凯利公式打 2.5 折: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金额 = 总资产 × [edge ÷ (1−p)] × 25%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再打两个折扣: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结算太远 (&gt;21 天) 按平方根比例减、最低 4 折; 冷门低价盘 (p&lt;$0.15) 最多打对折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三道帽子: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同主题簇 ≤ 总资产 20% · 月回撤预算 $30 还剩多少 ÷ 该档预期跌幅 (收敛 20%/混合 35%/事件 70%) · 帽完不足 $1 → 放弃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硬边界: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最终金额压回 $1 – $15 之间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86200"/>
            <a:ext cx="11185855" cy="93268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968496"/>
            <a:ext cx="68580" cy="76809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977640"/>
            <a:ext cx="1080180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算一笔现成的 (数字照真实公式)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总资产 $95 · AI 胜率 60% · 市场价 $0.50 · 24 天后结算 → edge 10 点 → 凯利 $95 × 0.2 × 25% ≈ $4.8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→ 天数打 94 折 ≈ $4.5 → 各道帽子都没碰到 → 建议下 $4.50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信心 high/medium/low 只做记录不进公式;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AI 的胜率 q 在发现阶段已向市场价折过一半, 公式不再重复打折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每次算的建议都落库: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和实际下的金额对比, 攒 2–4 周数据回头调参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为什么帽子这么多: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凯利公式假设概率估得准 — AI 估不准的部分全靠这些帽子兜着; 单仓最多 $15, 单次判断错也伤不了本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11 · 找仓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找新仓 — 从扫描到录入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13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377440"/>
                <a:gridCol w="2286000"/>
                <a:gridCol w="2194560"/>
                <a:gridCol w="24963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扫描档位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价格区间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7 天成交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距结算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滑点上限 ($5 单)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标准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$0.08 – 0.92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≥ $1,500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7 – 21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≤ 1.5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中范围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$0.05 – 0.95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≥ $500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5 – 35 天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≤ 3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大范围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$0.03 – 0.97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≥ $200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3 – 60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≤ 5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9992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主题从哪来: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39 个白名单主题 + 动态热门榜 (跟成交量热度走: 俄乌→伊朗→世界杯); 结算规则含糊的市场按关键词直接排除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Helvetica Neue"/>
                <a:ea typeface="PingFang SC"/>
              </a:rPr>
              <a:t>固定流程 (全程约 5 分钟):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一键全扫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5 主题并发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约 20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9109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6853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1717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拼提示词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报告+持仓+簇字典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自动拼好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3042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0786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5650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贴给 Claude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Claude.ai 网页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免费分析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6975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9583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回 JSON 推荐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方向/q/信心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止损档/簇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0908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8652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3516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算金额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💵 一键带入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计算器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841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2585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7449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下单+录入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买入 → ⚡自动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或 📌手动录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7492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JSON 契约: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Claude 每条推荐固定给全 方向/胜率 q/信心/止损档/主题簇/理由 — 录入时一键写全, bot 靠这些盯盘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拿不准的推荐: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点 🧪 丢进测试仓白嫖验证 (P16), 不占真钱额度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⚡ 自动录入 (v7.5.0):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推荐点「⚡ 存入自动录入」存服务器 → 去 Polymarket 买完, 新仓一出现 bot 心跳就按市场自动配对、写全 q/信心/止损档/簇 (跟手动录同口径, 入场价用实时均价); 配不上 / TP方向反了 → 主页琥珀闪窗提醒手动补。只写元数据, 绝不下单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12 · 找仓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入场门槛 — 多大的"便宜"才值得下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14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42415"/>
            <a:ext cx="11185855" cy="93268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24711"/>
            <a:ext cx="68580" cy="76809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33855"/>
            <a:ext cx="1080180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怎么算: 便宜 (edge) 必须大过门槛, Claude 才允许推荐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edge = 校准后胜率 − 下注方向现价; 校准 = 先把 AI 跟市场的分歧打五折 (市场价 + 0.5 × 分歧)。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最终门槛 = max( 5pp 硬地板, ① 基础门槛 + ② 价位叠加 ); 5pp ≈ 滑点+双边手续费, 再低净利被执行成本吃光。够不着就"无推荐", 不凑数。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5798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Helvetica Neue"/>
                <a:ea typeface="PingFang SC"/>
              </a:rPr>
              <a:t>① 基础门槛 — 按扫描范围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2432304"/>
          <a:ext cx="4937760" cy="1517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188720"/>
                <a:gridCol w="237744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扫描档位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基础门槛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为什么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标准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6pp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盘面最干净, 门槛最低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中范围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8pp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过滤更宽 → 要更多安全垫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大范围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10pp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盘子薄、成本高 → 最严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806440" y="2157984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Helvetica Neue"/>
                <a:ea typeface="PingFang SC"/>
              </a:rPr>
              <a:t>② 价位叠加 — 按"下注方向"那侧的现价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806440" y="2432304"/>
          <a:ext cx="587959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280160"/>
                <a:gridCol w="258775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下注方向现价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调整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为什么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≥ 65¢ (强 favorite)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−3pp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方向高度可靠, 小便宜也值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50 – 65¢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−1pp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略松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35 – 50¢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±0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基准区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35¢ (longshot)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+3pp 更严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冷门系统性被高估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455371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实证依据 (本 bot 已结算样本):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下注方向买入价 ≥70¢ 的 12 笔全对, &lt;30¢ 的只有 15% 兑现 — 冷门被系统性高估 (favorite-longshot bias), 所以越冷门要求越苛刻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别跟持仓状态灯搞混: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这套门槛只管挑新仓 (写在给 Claude 的提示词里, 挑仓时执行); 已持仓的 +2/−3 点状态灯 (P8) 是另一套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04688"/>
            <a:ext cx="11185855" cy="841248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586984"/>
            <a:ext cx="68580" cy="676656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596128"/>
            <a:ext cx="108018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三个现成例子 (最终门槛 = 基础 + 叠加, 但不低于 5pp)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中范围买 NO @ 72¢ → 8 − 3 = 5pp 就够 · 中范围买 YES @ 25¢ → 8 + 3 = 11pp 才行 · 大范围买 @ 58¢ → 10 − 1 = 9pp。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一句话: 价越高越松 (最松贴到 5pp 地板), 越冷门越严。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13 · 资金风控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钱的总规矩 — 风控红线一页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$1 –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单仓上下限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单主题簇 ≈ $19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$30 /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组合回撤预算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$0.05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绝对地板价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买入 0 自动: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bot 没有自动买入代码路径, 每一笔买单都出自人手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自动卖出只有 3 个口: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① 止盈到线 ② 跌破 $0.05 地板 ③ 人离线时重评结论=卖 — 每笔卖出都落账进已平仓表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在线/离线是动钱开关: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在线 = 只建议+等确认; 离线 = 自动执行 (⚠️ 未实测); 手动 🤖 按钮永远等确认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测试仓物理隔离: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/paper 代码碰不到下单函数和付费 API; 改这块代码前必须先跑审计检查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资产口径统一按现价: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总资产 = 现金 + Σ(现价×份数); 簇暴露/回撤预算也按现价算, 不按成本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钱包与访问: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代理钱包 GNOSIS_SAFE 签名, 密钥只在本机 .env (永不进 git); 面板仅内网 (Tailscale)+密码, 错 5 次锁 30 分钟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数据保底: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每 30 分钟自动 git 备份+资产快照导出; 已平仓账目与 Polymarket 官方成交逐笔对齐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14 · 测试仓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测试仓 /paper — 不花钱的模拟盘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16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5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干嘛用: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拿不准/看着离谱的 AI 推荐先丢进来, 一分钱不花, 跑和真仓完全同一套盯盘算法, 验证 AI 到底准不准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5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怎么进: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主页每条 AI 推荐带「🧪 加入测试仓」一键录 (金额用真仓同款公式自动算); /paper 页也能手动填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5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它做什么: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每 30 秒同真仓一起盯 → 算法一"卖"(命中卖出条件)就移到「往期测试仓」→ 继续盯到结算给最终对错。像真仓一样有生命周期 (进行中 / 往期)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5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重评也免费: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每仓一键复制重评提示词 → 贴到 Claude.ai 网页 (免费) → 把新胜率存回来; 全程零 API 零钱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5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往期 + 统计: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往期区每条: 预测准不准 + 模拟盈亏 + 📈最高点 (本可赚多少); 顶部统计: 模拟总盈亏 / 赚钱率 / 结算对率 — 一眼看这套 AI 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5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活例子: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07-04 一个测试仓模拟触发"事件型 0.92 卖一半", 模拟盈亏 +$0.77 — 规则在模拟盘上先跑给你看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983480"/>
            <a:ext cx="11185855" cy="105156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065776"/>
            <a:ext cx="68580" cy="886968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074920"/>
            <a:ext cx="1080180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🔒 铁律 (代码层隔离, 不是口头约定)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测试仓永不碰钱: 不下单、不卖、不调付费 API, 只允许只读拉行情。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真仓的自动重评天生够不到它 (独立表+独立代码路径)。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15 · 项目历程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两个月版本演进 — 每一版都是坑教的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17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70432"/>
          <a:ext cx="11183112" cy="3767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4937760"/>
                <a:gridCol w="4325112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版本 · 时间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干了什么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被什么坑逼出来的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v4 · 5月初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起点: 一刀切 −25% 止损, 全手动分析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—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v5 · 5月中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三档止损 (按题材分类) + 止盈看真实卖价 best_bid + 安全加固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一把尺子量所有题, 政治盘 3 笔错 2 笔; 假止盈 (显示$0.9 实卖$0.6)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v5.9–5.12 · 6月初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凯利仓位公式 + 相关性簇上限 + 并发扫描 + 手机页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仓位大小全靠拍脑袋; 三个伊朗仓其实是同一个赌注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v6.0 · 6月中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大跌自动重评 (AI 联网查新闻再决定) + 在线/离线动钱边界 + 副屏控制台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砸穿止损就盲卖, 常卖在坑底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v7.0 · 6月下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出场策略重设计: 反锚定 + 事件型卖出护栏 + 分批止盈 + 移动止损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两笔被 AI 在坑底建议卖飞, 少赚 ~$16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v7.1–7.4 · 7月初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测试仓模拟盘 + 统计分析页 + 出场再收紧 (翻倍优先/卖半保护/−60%) + 开源发布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拿不准的推荐想白嫖验证; 用数据说话代替拍脑袋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5778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00" b="1" i="0">
                <a:solidFill>
                  <a:srgbClr val="222B36"/>
                </a:solidFill>
                <a:latin typeface="Helvetica Neue"/>
                <a:ea typeface="PingFang SC"/>
              </a:rPr>
              <a:t>完整故事: </a:t>
            </a:r>
            <a:r>
              <a:rPr sz="1200" b="0" i="0">
                <a:solidFill>
                  <a:srgbClr val="222B36"/>
                </a:solidFill>
                <a:latin typeface="Helvetica Neue"/>
                <a:ea typeface="PingFang SC"/>
              </a:rPr>
              <a:t>每一版的动机、代码、复盘都写在开源仓库的双语技术报告里 (28 节) — 亏的每一笔都变成了规则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16 · 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踩过的坑 &amp; 诚实的现状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AI 交易机器人 · 项目分享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B3362B"/>
                </a:solidFill>
                <a:latin typeface="Helvetica Neue"/>
                <a:ea typeface="PingFang SC"/>
              </a:rPr>
              <a:t>①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坑底卖飞 ~$16: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大跌触发 AI 重评, AI 把砸盘后的价格当"合理价"建议割肉, 割完就反弹 → 现在把"大跌前 24h 中枢价"喂给 AI, 事件型还加了卖出护栏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B3362B"/>
                </a:solidFill>
                <a:latin typeface="Helvetica Neue"/>
                <a:ea typeface="PingFang SC"/>
              </a:rPr>
              <a:t>②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假止盈差点锁假胜利: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参考价显示 $0.905, 盘口真实只能卖 $0.60 → 止盈一律看真实卖价 best_bid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B3362B"/>
                </a:solidFill>
                <a:latin typeface="Helvetica Neue"/>
                <a:ea typeface="PingFang SC"/>
              </a:rPr>
              <a:t>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新策略被旧文件覆盖, 悄悄跑了 10 天老版: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编辑器旧缓存把两个核心文件回退, 启动日志还显示新版本号 (撒谎) → 从 git 找回 + 学会"日志说的 ≠ 代码跑的", 要按行为核对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B3362B"/>
                </a:solidFill>
                <a:latin typeface="Helvetica Neue"/>
                <a:ea typeface="PingFang SC"/>
              </a:rPr>
              <a:t>④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DNS 污染无声瘫痪: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系统 DNS 把 polymarket 域名解析到假 IP (Facebook/Dropbox), 全 bot 安静地挂掉 → 进程内自带加密 DNS (DoH) 兜底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B3362B"/>
                </a:solidFill>
                <a:latin typeface="Helvetica Neue"/>
                <a:ea typeface="PingFang SC"/>
              </a:rPr>
              <a:t>⑤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自己记的账和交易所对不上: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两套口径混着记, 100 行 vs 实际 80 仓, 还有 5 个"假平仓" → 按 Polymarket 官方成交流水整表重建, 加守卫防再漂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34840"/>
            <a:ext cx="11185855" cy="14173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17136"/>
            <a:ext cx="68580" cy="125272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526280"/>
            <a:ext cx="108018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诚实的现状 (给熟人看就说实话)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① 出场阈值 (0.92/0.88/20%/35%/6拍…) 全是 51 笔小样本的"方向值", 还在攒数据校准, 别当精调结果。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② 两条路径没实测过: 离线自动卖出、双模型对比 — 代码在, 真场景还没来。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③ 两个月实现盈亏 +$2.10, 本周刚转正 — 这是一个"正在变好"的实验, 不是印钞机。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④ 最值钱的产出可能不是钱, 是这套"AI 判断 + 程序纪律 + 数据复盘"的方法和一路踩坑的记录。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  <a:ea typeface="PingFang SC"/>
              </a:rPr>
              <a:t>代码全开源, 随便看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C9A227"/>
                </a:solidFill>
                <a:latin typeface="Menlo"/>
                <a:ea typeface="PingFang SC"/>
              </a:rPr>
              <a:t>github.com/RobinVico/polymarket-llm-trading-bot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6D9"/>
                </a:solidFill>
                <a:latin typeface="Helvetica Neue"/>
                <a:ea typeface="PingFang SC"/>
              </a:rPr>
              <a:t>含中英双语技术报告 (28 节完整踩坑史) · README 一步步教装 · MIT 协议
密钥/数据库/真实账目不在仓库里 — 填自己的钱包和密码就能跑起来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别用输不起的钱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预测市场有法律与资金风险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469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784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先跑测试仓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84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零成本验证 AI 靠不靠谱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646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961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AI 是分析师, 不是神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961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纪律和风控才是主角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A3C6"/>
                </a:solidFill>
                <a:latin typeface="Helvetica Neue"/>
                <a:ea typeface="PingFang SC"/>
              </a:rPr>
              <a:t>谢谢观看 · 2026-07-13 · v7.5.4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Polymarket AI 交易机器人 · 项目分享 v7.5.4</dc:title>
  <dc:subject/>
  <dc:creator>Polymarket Bot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